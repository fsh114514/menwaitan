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2239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398584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一、选题背景 · 一次小组讨论通常怎么结束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5526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真正被讨论的，往往是最容易达成一致的那部分。</a:t>
            </a:r>
          </a:p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分歧最大的地方，从第一分钟起就被绕开了。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498848"/>
            <a:ext cx="50292" cy="42062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35424"/>
            <a:ext cx="4663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8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990087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105656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4348226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一、选题背景 · 作品概念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既然讨论的价值在于分歧，那就先把分歧摆上桌。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门外谈是一个网站，也是一张桌子：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你把一个问题摆在桌上，请几位思想者入席，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607615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二、作品设计 · 人物介绍之一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801368"/>
            <a:ext cx="5074920" cy="385876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020824"/>
            <a:ext cx="452628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769864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422339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二、作品设计 · 人物介绍之二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883039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二、作品设计 · 圆桌机制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1" name="Picture 20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712796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二、作品设计 · 信息层之一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556959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二、作品设计 · 信息层之二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点开「私下说」→ 选人 → 按钮变红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658103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二、作品设计 · 信息层之三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577900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二、作品设计 · 机制兜底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563470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三、系统实现 · 技术架构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309240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四、验证与效果 · v1 与 v2 对照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389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120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项机制测试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T1–T9 逐项实测，全部通过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7304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1080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处泄漏已修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1080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悄悄话串进检索、写入日志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1647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5423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个关键回归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423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摊牌真的触发，不是摆样子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862098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五、创新与应用 · 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02336"/>
            <a:ext cx="68580" cy="5120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4048"/>
            <a:ext cx="3699221" cy="403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42415"/>
            <a:ext cx="10177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60">
                <a:solidFill>
                  <a:srgbClr val="5A5147"/>
                </a:solidFill>
                <a:latin typeface="微软雅黑"/>
              </a:rPr>
              <a:t>五、创新与应用 · 应用场景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120">
                <a:solidFill>
                  <a:srgbClr val="5A5147"/>
                </a:solidFill>
                <a:latin typeface="微软雅黑"/>
              </a:rPr>
              <a:t>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