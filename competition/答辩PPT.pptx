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6153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19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99008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10565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390221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1801367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群聊没有结构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837943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谁都能随时说话，等于谁都不必对一句话负责。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没有次序，就没有交锋。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43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99816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8528" y="3044952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一对一 AI 只会顺着你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081528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问「我该不该放弃这个专业」，它先肯定你，再补充几个角度。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聊完，疑问还在原处。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8736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43400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8528" y="428853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缺少信息差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25112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所有参与者掌握的信息一样多，就没有人比别人多知道一点什么。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没有信息差，就没有真正的分歧。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669280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705856"/>
            <a:ext cx="1026871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17120D"/>
                </a:solidFill>
                <a:latin typeface="微软雅黑"/>
              </a:rPr>
              <a:t>三个缺口指向同一件事：谁掌握了什么信息，从来没人管。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7765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门外谈是一张桌子。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你把一个问题摆在桌上，请几位古今思想者入席，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37754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801368"/>
            <a:ext cx="5074920" cy="3913632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2002536"/>
            <a:ext cx="45262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806440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424469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437997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2" name="Picture 21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823883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1" name="Picture 10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543425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1" name="Picture 10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38150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1" name="Picture 10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31517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1" name="Picture 10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三、系统实现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651285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四、验证与效果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808527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1937416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6086537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80">
                <a:solidFill>
                  <a:srgbClr val="A3272C"/>
                </a:solidFill>
                <a:latin typeface="微软雅黑"/>
              </a:rPr>
              <a:t>15  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