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2026 年第十四届全国大学生数字媒体科技作品及创意竞赛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0" b="1">
                <a:solidFill>
                  <a:srgbClr val="17120D"/>
                </a:solidFill>
                <a:latin typeface="PingFang SC"/>
              </a:rPr>
              <a:t>门外谈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5A5147"/>
                </a:solidFill>
                <a:latin typeface="PingFang SC"/>
              </a:rPr>
              <a:t>——基于信息不对称机制的多智能体圆桌辩论系统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2194560" cy="411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自主选题类 · 移动与网络应用开发类赛项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冯思涵 · 张耀羽（哈尔滨金融学院 · 会计学 2025 级）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指导教师：胡芳驰、霍镜宇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作品网址：outgate.chat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一句话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给 AI 圆桌加一层「谁知道什么」——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让讨论从轮流发言，变成有暗流的博弈。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AI 圆桌为什么总是「和和气气」？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现在几乎所有 AI 圆桌 / 多智能体产品，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都是「全员共享同一份上下文」。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后果是一个已知的病症：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所有 agent 都知道别人说了什么，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于是迅速趋同，产生伪共识。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看起来在辩论，实际在互相附和。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32004" cy="420624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实测：加了「别和稀泥」也没用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用户在公开提问里明确写了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「请直接给答案，别和稀泥」——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鲁迅：学外语的意义，绝不仅仅在于翻译与写作……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乔布斯：我同意鲁迅的观点。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→ 两个立场最互斥的人，第一轮就合流了。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02 · 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加的不是功能，是一层结构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v1：所有人共享同一份上下文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每个人的「所知」完全相同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讨论必然走向趋同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v2：给圆桌加一层「信息层」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每条发言可以只让某个人看到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每个人看到的上下文不再相同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「谁知道什么」本身成了设计对象。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3272C"/>
                </a:solidFill>
                <a:latin typeface="PingFang SC"/>
              </a:rPr>
              <a:t>五个机制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9424"/>
            <a:ext cx="4754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① 可见性　发言带 public / 仅某人可见标签，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进 prompt 之前按可见集合裁剪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② 悄悄话　用户可以私下对某一位人物说话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③ 点名对质　收到悄悄话的人会当众点名对方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④ 信息新颖度　字符 2-gram 不重叠率，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判定讨论是否在空转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⑤ 主持人收尾　仍无新信息时，由「门外谈」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出面拆穿这场伪共识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03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① 可见性　　② 悄悄话</a:t>
            </a:r>
          </a:p>
        </p:txBody>
      </p:sp>
      <p:pic>
        <p:nvPicPr>
          <p:cNvPr id="6" name="Picture 5" descr="07-悄悄话入口与人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3355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入口在输入框左侧（不在卡片角落）：点「私下说」→ 选人 → 按钮变红显示名字，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上方出现「正在私下对 鲁迅 说话 —— 桌上其他人看不到」。</a:t>
            </a:r>
          </a:p>
        </p:txBody>
      </p:sp>
      <p:pic>
        <p:nvPicPr>
          <p:cNvPr id="8" name="Picture 7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81328"/>
            <a:ext cx="5486400" cy="303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这条消息在对话流里带一枚「密」字小章：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「▣ 只有 鲁迅 看得到」；服务端真过滤，不是前端隐藏。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04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③ 点名对质　④ 新颖度　⑤ 主持人收尾</a:t>
            </a:r>
          </a:p>
        </p:txBody>
      </p:sp>
      <p:pic>
        <p:nvPicPr>
          <p:cNvPr id="6" name="Picture 5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唯一收到悄悄话的鲁迅，当众点名乔布斯：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「乔布斯曾言…那么我问他：改变世界之前，你改变过多少人替你抬轿子？」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486400" cy="233172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④ 信息新颖度（信息熵判据）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把发言切成字符 2-gram，与此前全部内容比较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不重叠率 → 全是旧话接近 0，全是新东西接近 1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纯本地计算，零额外模型调用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低于 0.34 → 判定趋同 → 强制提出反对意见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⑤ 主持人收尾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判定趋同后先让发言者自己试一轮（强制提反对意见）；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仍然空转，就由「门外谈」本人出面收尾——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「刚才这一轮等于什么都没谈成。你们只是重复了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学习外语的好处，而没有指出真正的问题。」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为什么用「新颖度」而不是「聊够了」：「聊够了」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无法量化，「新信息不再产生」是可以计算的客观事实。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05 · 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同一桌人，同一议题，差别在哪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5147"/>
                </a:solidFill>
                <a:latin typeface="PingFang SC"/>
              </a:rPr>
              <a:t>加信息层之前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鲁迅：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学外语的意义，绝不仅仅在于翻译与写作……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乔布斯：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我同意鲁迅的观点。语言确实是文化的载体……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→ 回到讲道理，互相附和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加信息层之后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鲁迅（唯一收到悄悄话）：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乔布斯曾言…那么我问他：改变世界之前，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你改变过多少人替你抬轿子？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乔布斯（被点名，不知道内情）：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你说得对，我不是一个人做成的。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但沃兹尼亚克也不是我雇来的——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他是因为看见我在做一件值得做的事才留下来的。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若他们改回互相附和，主持人还会出面收尾：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「刚才这一轮等于什么都没谈成。」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→ 要么当面对质，要么被当面拆穿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06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分层架构与 v2 新增点</a:t>
            </a:r>
          </a:p>
        </p:txBody>
      </p:sp>
      <p:pic>
        <p:nvPicPr>
          <p:cNvPr id="6" name="Picture 5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765461" cy="4864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627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这一层是作品的原创技术核心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核心业务层 = 圆桌调度器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把「议题 + 人格 + 可见性规则」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编排成一轮轮交锋的 AI 发言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① 议题输入 → ② 轮次控制器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（发言顺序、点名拉人对峙）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③ 发言者 prompt 组装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← 历史上下文（按可见性过滤后注入）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④ 模型调用 → ⑤ 输出装配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蓝色描边为 v2 新增：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可见性过滤器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悄悄话存储器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底部四格是对「数据安全意识」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这一评审要点的正面回应。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07 · 交互流程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一次悄悄话的完整链路</a:t>
            </a:r>
          </a:p>
        </p:txBody>
      </p:sp>
      <p:pic>
        <p:nvPicPr>
          <p:cNvPr id="6" name="Picture 5" descr="交互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546484" cy="4828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91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一次悄悄话的六步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76272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T1　用户公开提问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T2　A、B 公开发言，互相可见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T3　用户私下对 A 说：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　　「B 不赞同你的观点」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T4　A 主动公开点名 B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T5　系统把 B 提前拉入下一轮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T6　B 回应，讨论继续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阴影框标出的是 B 的可见范围——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从头到尾，他都不知道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用户私下跟 A 说了什么。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这就是「信息不对称」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在时序上的具体形状。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08 · 数据安全与隐私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信息层本身就是一套隐私设计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最小权限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悄悄话只进当事人 prompt；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服务端按可见集合裁剪，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不是前端隐藏，不落公共上下文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不写日志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悄悄话原文不写入 /api/log，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日志只留标记；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不用于任何训练或分析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检索隔离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查梗检索只由公开消息触发，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悄悄话内容不会被搜成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「场外情报」注入给所有人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密钥与部署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默认 Key 仅服务端；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BYOK 密钥不落库、不写日志；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HTTPS + 非特权容器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09 · 完成度与验证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全部结论来自实际运行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tsc --noEmit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退出码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next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11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Compiled successfully，8 个路由正常生成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T1 悄悄话定向发言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事件仅 1 个（当事人），其余在座者不发言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T3 摊牌机制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926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修复前泛泛而谈 → 修复后「乔布斯曾言…我却问你」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T4 抗伪共识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832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修复前「我同意鲁迅的观点」→ 修复后正面辩解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T5 新颖度判据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840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原文重放的历史 → value: 0, stagnant: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R1 单人对谈回归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 1 个、novelty 事件 0 个，单人逻辑未受影响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R2 英文模式回归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754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两人发言，回复汉字数量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R4 12 人布局回归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212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自动收缩为头像方片，每张卡片仍带「私」按钮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已知边界如实说明：悄悄话当前只做单目标入口；摊牌效果依赖模型配合，偶有波动；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新颖度阈值 0.34 为实测经验值；线上仍为 v1，提交前如需在线验证须先部署。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10 · 原创贡献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非科班，两个人，借助 AI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作者：冯思涵 · 张耀羽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哈尔滨金融学院 · 两人团队参赛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非计算机科班出身，以下由冯思涵完成：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产品定位与选题论证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信息层机制的构思与设计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前后端开发、调试与云端部署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界面与视觉语言设计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上线与多平台推广运营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AI 承担的是实现工作；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构思、判断、审美与验收标准由作者负责。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工具使用（如实申报）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开发：DeepSeek Harness 等 AI 编程助手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运行时：智谱 GLM-4-Flash（默认）+ BYOK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宣传视频配音：Fish Audio TTS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不参与的部分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问题发现：为什么 AI 圆桌总是趋同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机制设计：可见性 / 悄悄话 / 点名对质 / 新颖度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一切取舍与验收标准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详见《人工智能工具使用情况说明》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11 · 应用价值与迭代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从「看热闹」到「帮你想清楚」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应用价值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2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思辨训练：让用户看到「同一件事，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不同立场的人会怎么拆」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决策辅助：把「我的智囊团」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从比喻变成一个能用的东西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反信息茧房：用信息不对称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强制保留立场差异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开放：人格以 SKILL.md 组织，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任何人都能导入新角色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迭代计划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50592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悄悄话支持同时告知多人，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形成临时的「小圈子」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讨论停滞时引入主持人总结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（当前只做了强制反对）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新颖度曲线可视化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多人公开房间：每人一份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独立的可见性视图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927080" cy="457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5A5147"/>
                </a:solidFill>
                <a:latin typeface="PingFang SC"/>
              </a:rPr>
              <a:t>outgate.chat　·　《门外谈——基于信息不对称机制的多智能体圆桌辩论系统》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