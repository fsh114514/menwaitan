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37960" y="621792"/>
            <a:ext cx="5212080" cy="5577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98448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834640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64992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49039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3739896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123944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171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507992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01183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892040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85231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一句话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5243389" cy="16692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4041648"/>
            <a:ext cx="310896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大多数多智能体产品比拼的是人格写得多像；</a:t>
            </a:r>
          </a:p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这里动的是另一件事——每个人掌握了什么信息。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02 · 起点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1997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50749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最初只是想找个能真正交流的 AI。问「我该不该放弃这个专业」，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回答是「这取决于你的兴趣和目标」——聊完，疑问还在原处。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后来在 GitHub 上看到，有人把名人整理成可对话的人格包。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接进去才发现：这些角色并不好说话。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但一次只能跟一个人，本质上还是我问、他答。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我更好奇的是他们彼此之间的分歧——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把鲁迅和乔布斯放在一起，立场几乎不可能调和。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于是做了圆桌：几位依次发言，后说的人能看到前面说了什么。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2057400"/>
            <a:ext cx="50292" cy="16916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11226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「凭什么认为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退学是一条路。」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3154680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问鲁迅该不该退学，他没有分析利弊，而是反问。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这种被追问的感觉，比被安慰更有用。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5074920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5230368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第一版（v1）· 2026 年 8 月上线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35 位人格 · 单人对谈 + 圆桌辩论 · 中英双语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问题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931522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57400"/>
            <a:ext cx="51389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圆桌跑起来之后，有一件事很扫兴：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前面的人说了什么，后面的人就顺着说。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几轮之后气氛融洽——和最初那种「你的想法很有道理」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并没有本质区别。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858768"/>
            <a:ext cx="50292" cy="4754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3913632"/>
            <a:ext cx="49377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微软雅黑"/>
              </a:rPr>
              <a:t>原因：他们掌握的信息完全相同。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773168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84632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「我同意鲁迅的观点。」</a:t>
            </a:r>
          </a:p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——立场最互斥的两人，第一轮就合流。</a:t>
            </a:r>
          </a:p>
        </p:txBody>
      </p:sp>
      <p:pic>
        <p:nvPicPr>
          <p:cNvPr id="12" name="Picture 11" descr="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020824"/>
            <a:ext cx="5138928" cy="283890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99632" y="4951170"/>
            <a:ext cx="5138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v1 实测截图 · 加了「别和稀泥」也没用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04 · 结构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807212" cy="538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可见性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发言可以只让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某一位看到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07791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54096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悄悄话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私下对一个人说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其他人不知道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2623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点名对质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8927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被私下告知的人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当众点名对方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77455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59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59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新颖度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9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估算这一轮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说出了多少新东西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62287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8591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1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主持人收尾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1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仍无新意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由主持人拆穿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041648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前三个构成信息层，第四个判断讨论是否空转，第五个兜底。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49884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700016"/>
            <a:ext cx="105430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400" b="0">
                <a:solidFill>
                  <a:srgbClr val="17120D"/>
                </a:solidFill>
                <a:latin typeface="微软雅黑"/>
              </a:rPr>
              <a:t>它们不是五个功能点，是一条链：私下说 → 当众摊牌 → 被点名者接火 → 若开始打太极就强制反对 → 仍无新意则由主持人收尾。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05 · 机制 ①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789106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0" name="Picture 9" descr="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05 · 机制 ②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507388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0" name="Picture 9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06186"/>
            <a:ext cx="5257800" cy="31966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5942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入口与人选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05 · 机制 ③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08805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0" name="Picture 9" descr="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05 · 机制 ④⑤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325114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0" name="Picture 9" descr="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06 · 效果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582847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68296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011679"/>
            <a:ext cx="10972" cy="37033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368296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875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07 · 架构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17329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7510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1952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9968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7979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5995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88336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29968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97979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5995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0156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1952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9968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99304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27320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6656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4672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79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1952" y="3986783"/>
            <a:ext cx="9464040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48256" y="4123944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82803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01952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9968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97979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5995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54126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1952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29968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97979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5995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1447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之前按可见性裁剪历史，消息不会进入不可见者的上下文。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08 · 边界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4029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84248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这些不打算藏——评委自己发现，反而更难看。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706624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新颖度是个近似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706624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用字符 2-gram 重叠率估算「说了多少新东西」。它不理解语义：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用新词讲旧观点会被判成新的，反过来也会误判。便宜、即时，但不准。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85615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76732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主持人收尾看模型脸色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3767328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第五个机制完全靠提示词约束模型。模型状态不好时，收尾会退化成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一次平庸的总结，而不是拆穿。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82803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悄悄话一次只能对一个人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4828032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同时告知多人、形成临时小圈子，还没做。这是下一步最想要的能力。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96188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71616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《测试说明》里逐条记录了这些边界，连同触发条件。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在线体验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6949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5800" b="1" spc="100">
                <a:solidFill>
                  <a:srgbClr val="17120D"/>
                </a:solidFill>
                <a:latin typeface="微软雅黑"/>
              </a:rPr>
              <a:t>outgate.chat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748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99232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现在就可以打开。免费、无需注册，手机上也能用。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417320"/>
            <a:ext cx="2148840" cy="2148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006840" y="3675887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