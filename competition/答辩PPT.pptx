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603504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spc="600">
                <a:solidFill>
                  <a:srgbClr val="17120D"/>
                </a:solidFill>
                <a:latin typeface="宋体"/>
              </a:rPr>
              <a:t>门外谈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15184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100" b="0" spc="6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8211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57530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95935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52544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34340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36592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72744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1114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692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5400" b="1" spc="200">
                <a:solidFill>
                  <a:srgbClr val="17120D"/>
                </a:solidFill>
                <a:latin typeface="宋体"/>
              </a:rPr>
              <a:t>给 AI 圆桌加一层</a:t>
            </a:r>
          </a:p>
          <a:p>
            <a:pPr algn="l">
              <a:lnSpc>
                <a:spcPct val="145000"/>
              </a:lnSpc>
            </a:pPr>
            <a:r>
              <a:rPr sz="5400" b="1" spc="200">
                <a:solidFill>
                  <a:srgbClr val="17120D"/>
                </a:solidFill>
                <a:latin typeface="宋体"/>
              </a:rPr>
              <a:t>「谁被谁看见了」。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大多数多智能体产品比拼的是人格写得多像；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这里动的是另一件事——每个人掌握了什么信息。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01 · 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841248"/>
            <a:ext cx="1026871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120">
                <a:solidFill>
                  <a:srgbClr val="17120D"/>
                </a:solidFill>
                <a:latin typeface="宋体"/>
              </a:rPr>
              <a:t>它总是和和气气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600" b="0">
                <a:solidFill>
                  <a:srgbClr val="5A5147"/>
                </a:solidFill>
                <a:latin typeface="微软雅黑"/>
              </a:rPr>
              <a:t>现在几乎所有 AI 圆桌，都让所有角色共享同一份上下文。</a:t>
            </a:r>
          </a:p>
          <a:p>
            <a:pPr algn="l">
              <a:lnSpc>
                <a:spcPct val="200000"/>
              </a:lnSpc>
            </a:pPr>
            <a:r>
              <a:rPr sz="1600" b="0">
                <a:solidFill>
                  <a:srgbClr val="5A5147"/>
                </a:solidFill>
                <a:latin typeface="微软雅黑"/>
              </a:rPr>
              <a:t>于是谁都知道别人说了什么，几轮之内必然趋同——</a:t>
            </a:r>
          </a:p>
          <a:p>
            <a:pPr algn="l">
              <a:lnSpc>
                <a:spcPct val="200000"/>
              </a:lnSpc>
            </a:pPr>
            <a:r>
              <a:rPr sz="1600" b="0">
                <a:solidFill>
                  <a:srgbClr val="5A5147"/>
                </a:solidFill>
                <a:latin typeface="微软雅黑"/>
              </a:rPr>
              <a:t>看起来在辩论，实际在互相附和。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60520"/>
            <a:ext cx="50292" cy="14173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4224528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——两位立场最互斥的人，第一轮就合流了。</a:t>
            </a:r>
          </a:p>
        </p:txBody>
      </p:sp>
      <p:pic>
        <p:nvPicPr>
          <p:cNvPr id="10" name="Picture 9" descr="04-圆桌辩论-公开交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2020824"/>
            <a:ext cx="5138928" cy="28389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99632" y="495117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真实对话截图 · 加了「别和稀泥」也没用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841248"/>
            <a:ext cx="1026871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120">
                <a:solidFill>
                  <a:srgbClr val="17120D"/>
                </a:solidFill>
                <a:latin typeface="宋体"/>
              </a:rPr>
              <a:t>加的不是功能，是一层结构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841248"/>
            <a:ext cx="1026871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spc="120">
                <a:solidFill>
                  <a:srgbClr val="17120D"/>
                </a:solidFill>
                <a:latin typeface="宋体"/>
              </a:rPr>
              <a:t>可见性：每个人的历史不一样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05-悄悄话消息-仅一人可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841248"/>
            <a:ext cx="1026871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spc="120">
                <a:solidFill>
                  <a:srgbClr val="17120D"/>
                </a:solidFill>
                <a:latin typeface="宋体"/>
              </a:rPr>
              <a:t>悄悄话：入口在输入框左边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841248"/>
            <a:ext cx="1026871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spc="120">
                <a:solidFill>
                  <a:srgbClr val="17120D"/>
                </a:solidFill>
                <a:latin typeface="宋体"/>
              </a:rPr>
              <a:t>点名对质：他自己把这句带上了台面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06-点名对质-当众摊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④⑤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841248"/>
            <a:ext cx="1026871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spc="120">
                <a:solidFill>
                  <a:srgbClr val="17120D"/>
                </a:solidFill>
                <a:latin typeface="宋体"/>
              </a:rPr>
              <a:t>讨论真的在打太极时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03-主持人收尾-拆穿伪共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效果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841248"/>
            <a:ext cx="1026871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120">
                <a:solidFill>
                  <a:srgbClr val="17120D"/>
                </a:solidFill>
                <a:latin typeface="宋体"/>
              </a:rPr>
              <a:t>同一桌人，同一议题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841248"/>
            <a:ext cx="1026871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120">
                <a:solidFill>
                  <a:srgbClr val="17120D"/>
                </a:solidFill>
                <a:latin typeface="宋体"/>
              </a:rPr>
              <a:t>可见性在服务端收口，前端拿不到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841248"/>
            <a:ext cx="10268711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120">
                <a:solidFill>
                  <a:srgbClr val="17120D"/>
                </a:solidFill>
                <a:latin typeface="宋体"/>
              </a:rPr>
              <a:t>现在还不好用的地方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