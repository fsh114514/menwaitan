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大多数多智能体产品比拼的是人格写得多像；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这里动的是另一件事——每个人掌握了什么信息。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