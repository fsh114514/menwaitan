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人格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46701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在什么问题上必然持什么立场：批判精神、国民性、文学救国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句式、修辞、结构、意象，逐条写成约束，而不是一句形容词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984248"/>
            <a:ext cx="5074920" cy="404164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185415"/>
            <a:ext cx="452628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611733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人物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6013528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39776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桌上的思想者不是我们凭空造的。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SKILL.md，但体例、文案、可用程度各不相同，彼此不知道对方存在。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本作品做的是把它们汇总、筛选、补齐、接入——统一中英文名与首字标记，补齐介绍与代表言论，标注每一份的上游仓库，并逐位调校到能在同一张桌上说话不跑题。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人物志里点开任何一位，都能顺着他找到原始出处。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84248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60">
                <a:solidFill>
                  <a:srgbClr val="9A9388"/>
                </a:solidFill>
                <a:latin typeface="微软雅黑"/>
              </a:rPr>
              <a:t>站内人格 34 位（3 位内置 + 31 位开源社区导入）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313432"/>
            <a:ext cx="6053328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8465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9131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9796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0462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8465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9131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9796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0462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8465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9131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9796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0462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8465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9131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9796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0462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8465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9131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9796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0462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8465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9131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89796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0462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8465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9131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89796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523951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界面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6434685" cy="538480"/>
          </a:xfrm>
          <a:prstGeom prst="rect">
            <a:avLst/>
          </a:prstGeom>
        </p:spPr>
      </p:pic>
      <p:pic>
        <p:nvPicPr>
          <p:cNvPr id="7" name="Picture 6" descr="01-首页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84248"/>
            <a:ext cx="5102352" cy="2818700"/>
          </a:xfrm>
          <a:prstGeom prst="rect">
            <a:avLst/>
          </a:prstGeom>
        </p:spPr>
      </p:pic>
      <p:pic>
        <p:nvPicPr>
          <p:cNvPr id="8" name="Picture 7" descr="02-人物志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84248"/>
            <a:ext cx="5102352" cy="2818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894388"/>
            <a:ext cx="5102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首页 · 大字刊名 + 描边「辩」字水印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894388"/>
            <a:ext cx="5102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人物志 · 34 位，点卡片入席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577840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纸墨红三色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纸 #F4EFE3 · 墨 #17120D · 红 #A3272C，以这三色为主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版头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3024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得意黑大字刊名（自托管）＋竖排小字，模拟报纸版头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43087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3087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双语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43087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全站中英一键切换，人物名与文案同步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上手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26686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选人入席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在「人物志」点卡片，或点左侧列表。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入席后卡片排到前面，可拖动调座位。</a:t>
            </a:r>
          </a:p>
        </p:txBody>
      </p:sp>
      <p:pic>
        <p:nvPicPr>
          <p:cNvPr id="10" name="Picture 9" descr="shot_02-人物志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91839"/>
            <a:ext cx="3273552" cy="204415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点卡片上的「入席」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770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003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抛一个议题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70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在输入框写下问题，回车或点「发言」。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回答会一个字一个字冒出来。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火候三档控制长短：随口 / 较真 / 上头。</a:t>
            </a:r>
          </a:p>
        </p:txBody>
      </p:sp>
      <p:pic>
        <p:nvPicPr>
          <p:cNvPr id="15" name="Picture 14" descr="shot_04-圆桌辩论-公开交锋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3291839"/>
            <a:ext cx="3273552" cy="15781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5770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他们就在这儿交锋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私下说一句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点输入框左边的「私下说」，选一个人。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这句话只有他看得到。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下一轮，他往往会当众把这句带出来。</a:t>
            </a:r>
          </a:p>
        </p:txBody>
      </p:sp>
      <p:pic>
        <p:nvPicPr>
          <p:cNvPr id="20" name="Picture 19" descr="07-悄悄话入口与人选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3291839"/>
            <a:ext cx="3273552" cy="1990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9244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私聊对象只有你自己知道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852160"/>
            <a:ext cx="50292" cy="347472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888736"/>
            <a:ext cx="1026871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没有第四步了——接下来就是看他们吵。你不用会提问，抛一句话就够。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起点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1997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最初只是想找个能真正交流的 AI。问「我该不该放弃这个专业」，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回答是「这取决于你的兴趣和目标」——聊完，疑问还在原处。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后来在 GitHub 上看到，有人把名人整理成可对话的人格包。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接进去才发现：这些角色并不好说话。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但一次只能跟一个人，本质上还是我问、他答。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我更好奇的是他们彼此之间的分歧——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把鲁迅和乔布斯放在一起，立场几乎不可能调和。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于是做了圆桌：几位依次发言，后说的人能看到前面说了什么。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039112"/>
            <a:ext cx="50292" cy="14630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11226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「凭什么认为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退学是一条路。」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044952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问鲁迅该不该退学，他没有分析利弊，而是反问。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这种被追问的感觉，比被安慰更有用。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4526280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451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「选个位子，抛一个问题，看他们吵起来。」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23036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—— 第一版的项目介绍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5541264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5632704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2026-08-24 首次提交　·　v1 已做出：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圆桌　·　火候三档（随口 / 较真 / 上头）　·　人物志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931522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圆桌跑起来之后，有一件事很扫兴：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前面的人说了什么，后面的人就顺着说。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几轮之后气氛融洽——和最初那种「你的想法很有道理」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并没有本质区别。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3913632"/>
            <a:ext cx="4937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微软雅黑"/>
              </a:rPr>
              <a:t>原因：他们掌握的信息完全相同。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73168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84632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——立场最互斥的两人，第一轮就合流。</a:t>
            </a:r>
          </a:p>
        </p:txBody>
      </p:sp>
      <p:pic>
        <p:nvPicPr>
          <p:cNvPr id="12" name="Picture 11" descr="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4774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99632" y="4589756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v1 实测截图 · 加了「别和稀泥」也没用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 · 这就是我们的答案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243389" cy="16692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8412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人格写得多像是上一层；这里动的是下面一层——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每个人掌握了什么信息，以及谁被谁看见了。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08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598979"/>
            <a:ext cx="5257800" cy="26110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3014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30724"/>
            <a:ext cx="5257800" cy="31475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696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88926"/>
            <a:ext cx="5257800" cy="28311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114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10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11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12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17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