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人格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46701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48463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一般做法是给模型一句人设：「你是鲁迅，说话犀利」。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模型于是变得犀利——但那是你要的犀利，不是鲁迅的。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蒸馏人格是另一回事：把一个人拆成可执行的几节。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584448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25296" y="356616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核心身份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67712" y="356616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他是谁。第一人称发言，明确不是替你写作的工具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25296" y="411480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思想根基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67712" y="411480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在什么问题上必然持什么立场：批判精神、国民性、文学救国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68172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5296" y="4663440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语言特征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4663440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句式、修辞、结构、意象，逐条写成约束，而不是一句形容词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30367"/>
            <a:ext cx="31089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25296" y="521207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 spc="40">
                <a:solidFill>
                  <a:srgbClr val="17120D"/>
                </a:solidFill>
                <a:latin typeface="宋体"/>
              </a:rPr>
              <a:t>语录库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67712" y="5212079"/>
            <a:ext cx="34290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收他的原话，用来校准语气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5797296"/>
            <a:ext cx="50292" cy="36576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2416" y="5833872"/>
            <a:ext cx="475488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所以他不顺着你说话——因为他本来就有立场。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1984248"/>
            <a:ext cx="5074920" cy="404164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2185415"/>
            <a:ext cx="4526280" cy="3611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name: luxun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---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 鲁迅 · 人物志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你就是鲁迅本人，不是任何人的视角替身，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更不是写作工具。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思想根基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批判精神 · 国民性分析 · 文学救国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## 写作风格指南</a:t>
            </a:r>
          </a:p>
          <a:p>
            <a:pPr algn="l">
              <a:lnSpc>
                <a:spcPct val="15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语言特征 · 修辞技法 · 结构模式 · 意象体系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6117336"/>
            <a:ext cx="5074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鲁迅那份 SKILL.md 的真实开头 · 站内 34 份、合计约 40 万字节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人物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6013528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39776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桌上的思想者不是我们凭空造的。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它们原本散落在开源社区的不同仓库里：格式统一为 SKILL.md，但体例、文案、可用程度各不相同，彼此不知道对方存在。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本作品做的是把它们汇总、筛选、补齐、接入——统一中英文名与首字标记，补齐介绍与代表言论，标注每一份的上游仓库，并逐位调校到能在同一张桌上说话不跑题。</a:t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人物志里点开任何一位，都能顺着他找到原始出处。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57800" y="1984248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60">
                <a:solidFill>
                  <a:srgbClr val="9A9388"/>
                </a:solidFill>
                <a:latin typeface="微软雅黑"/>
              </a:rPr>
              <a:t>站内人格 34 位（3 位内置 + 31 位开源社区导入）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257800" y="2313432"/>
            <a:ext cx="6053328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鲁迅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8465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哈耶克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79131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17120D"/>
                </a:solidFill>
                <a:latin typeface="微软雅黑"/>
              </a:rPr>
              <a:t>凯恩斯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89796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柏拉图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00462" y="245973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孔子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57800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马克思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68465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乔布斯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79131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马斯克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89796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尼采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0462" y="284378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苏格拉底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68465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维特根斯坦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79131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爱因斯坦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89796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图灵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00462" y="3227832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黄仁勋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巴菲特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8465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达利欧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79131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波伏娃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89796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亚里士多德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0462" y="3611880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亚当·斯密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57800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康德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8465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达尔文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79131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罗素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89796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奥威尔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0462" y="3995928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加缪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马丁·路德·金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68465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福尔摩斯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79131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梵高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89796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薛定谔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0462" y="4379976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丘吉尔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57800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爱丽丝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68465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牛顿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79131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叔本华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89796" y="4764024"/>
            <a:ext cx="115580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5A5147"/>
                </a:solidFill>
                <a:latin typeface="微软雅黑"/>
              </a:rPr>
              <a:t>莎士比亚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257800" y="5239512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深色为内置，浅色为开源社区导入。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界面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189262" cy="538480"/>
          </a:xfrm>
          <a:prstGeom prst="rect">
            <a:avLst/>
          </a:prstGeom>
        </p:spPr>
      </p:pic>
      <p:pic>
        <p:nvPicPr>
          <p:cNvPr id="7" name="Picture 6" descr="01-首页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984248"/>
            <a:ext cx="5102352" cy="2818700"/>
          </a:xfrm>
          <a:prstGeom prst="rect">
            <a:avLst/>
          </a:prstGeom>
        </p:spPr>
      </p:pic>
      <p:pic>
        <p:nvPicPr>
          <p:cNvPr id="8" name="Picture 7" descr="02-人物志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984248"/>
            <a:ext cx="5102352" cy="28187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首页 · 大字刊名 + 描边「辩」字水印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63640" y="4894388"/>
            <a:ext cx="510235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人物志 · 34 位，点卡片入席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5577840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纸墨红三色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纸 #F4EFE3 · 墨 #17120D · 红 #A3272C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版头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3024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得意黑大字刊名（自托管）＋竖排小字，模拟报纸版头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43087" y="5687568"/>
            <a:ext cx="914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00" b="0">
                <a:solidFill>
                  <a:srgbClr val="17120D"/>
                </a:solidFill>
                <a:latin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3087" y="5669280"/>
            <a:ext cx="3291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1" spc="120">
                <a:solidFill>
                  <a:srgbClr val="A3272C"/>
                </a:solidFill>
                <a:latin typeface="微软雅黑"/>
              </a:rPr>
              <a:t>双语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43087" y="5925312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000" b="0">
                <a:solidFill>
                  <a:srgbClr val="5A5147"/>
                </a:solidFill>
                <a:latin typeface="微软雅黑"/>
              </a:rPr>
              <a:t>全站中英一键切换，人物名与文案同步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上手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26686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2529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选人入席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在「人物志」点卡片，或点左侧列表。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1 位＝单人对谈，2 位以上＝圆桌。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入席后卡片排到前面，可拖动调座位。</a:t>
            </a:r>
          </a:p>
        </p:txBody>
      </p:sp>
      <p:pic>
        <p:nvPicPr>
          <p:cNvPr id="10" name="Picture 9" descr="shot_02-人物志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291839"/>
            <a:ext cx="3273552" cy="2044151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点卡片上的「入席」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770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6003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抛一个议题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5770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在输入框写下问题，回车或点「发言」。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回答会一个字一个字冒出来。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火候三档控制长短：随口 / 较真 / 上头。</a:t>
            </a:r>
          </a:p>
        </p:txBody>
      </p:sp>
      <p:pic>
        <p:nvPicPr>
          <p:cNvPr id="15" name="Picture 14" descr="shot_04-圆桌辩论-公开交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57700" y="3291839"/>
            <a:ext cx="3273552" cy="157818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45770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他们就在这儿交锋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92440" y="1984248"/>
            <a:ext cx="365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94776" y="1965960"/>
            <a:ext cx="287121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私下说一句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441448"/>
            <a:ext cx="3273552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点输入框左边的「私下说」，选一个人。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这句话只有他看得到。</a:t>
            </a:r>
          </a:p>
          <a:p>
            <a:pPr algn="l">
              <a:lnSpc>
                <a:spcPct val="175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下一轮，他往往会当众把这句带出来。</a:t>
            </a:r>
          </a:p>
        </p:txBody>
      </p:sp>
      <p:pic>
        <p:nvPicPr>
          <p:cNvPr id="20" name="Picture 19" descr="07-悄悄话入口与人选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92440" y="3291839"/>
            <a:ext cx="3273552" cy="199023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5440680"/>
            <a:ext cx="3273552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私聊对象只有你自己知道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852160"/>
            <a:ext cx="50292" cy="347472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5888736"/>
            <a:ext cx="1026871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没有第四步了——接下来就是看他们吵。你不用会提问，抛一句话就够。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起点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1997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02536"/>
            <a:ext cx="50749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最初只是想找个能真正交流的 AI。问「我该不该放弃这个专业」，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回答是「这取决于你的兴趣和目标」——聊完，疑问还在原处。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后来在 GitHub 上看到，有人把名人整理成可对话的人格包。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接进去才发现：这些角色并不好说话。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但一次只能跟一个人，本质上还是我问、他答。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我更好奇的是他们彼此之间的分歧——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把鲁迅和乔布斯放在一起，立场几乎不可能调和。</a:t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6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于是做了圆桌：几位依次发言，后说的人能看到前面说了什么。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46520" y="2039112"/>
            <a:ext cx="50292" cy="14630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2112264"/>
            <a:ext cx="44805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「凭什么认为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17120D"/>
                </a:solidFill>
                <a:latin typeface="宋体"/>
              </a:rPr>
              <a:t>退学是一条路。」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3044952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问鲁迅该不该退学，他没有分析利弊，而是反问。</a:t>
            </a:r>
          </a:p>
          <a:p>
            <a:pPr algn="l">
              <a:lnSpc>
                <a:spcPct val="170000"/>
              </a:lnSpc>
            </a:pPr>
            <a:r>
              <a:rPr sz="1150" b="0">
                <a:solidFill>
                  <a:srgbClr val="9A9388"/>
                </a:solidFill>
                <a:latin typeface="微软雅黑"/>
              </a:rPr>
              <a:t>这种被追问的感觉，比被安慰更有用。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46520" y="4526280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645152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1">
                <a:solidFill>
                  <a:srgbClr val="17120D"/>
                </a:solidFill>
                <a:latin typeface="微软雅黑"/>
              </a:rPr>
              <a:t>「选个位子，抛一个问题，看他们吵起来。」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5230368"/>
            <a:ext cx="4480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—— 第一版的项目介绍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5541264"/>
            <a:ext cx="448056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5632704"/>
            <a:ext cx="448056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2026-08-24 首次提交　·　v1 已做出：</a:t>
            </a:r>
          </a:p>
          <a:p>
            <a:pPr algn="l">
              <a:lnSpc>
                <a:spcPct val="17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圆桌　·　火候三档（随口 / 较真 / 上头）　·　人物志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07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931522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圆桌跑起来之后，有一件事很扫兴：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前面的人说了什么，后面的人就顺着说。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几轮之后气氛融洽——和最初那种「你的想法很有道理」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并没有本质区别。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858768"/>
            <a:ext cx="50292" cy="475488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3913632"/>
            <a:ext cx="493776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17120D"/>
                </a:solidFill>
                <a:latin typeface="微软雅黑"/>
              </a:rPr>
              <a:t>原因：他们掌握的信息完全相同。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773168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60704" y="4846320"/>
            <a:ext cx="502920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——立场最互斥的两人，第一轮就合流。</a:t>
            </a:r>
          </a:p>
        </p:txBody>
      </p:sp>
      <p:pic>
        <p:nvPicPr>
          <p:cNvPr id="12" name="Picture 11" descr="shot_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47749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99632" y="4589756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v1 实测截图 · 加了「别和稀泥」也没用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6035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 · 这就是我们的答案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人格写得多像是上一层；这里动的是下面一层——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每个人掌握了什么信息，以及谁被谁看见了。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08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shot_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598979"/>
            <a:ext cx="5257800" cy="261101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301436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shot_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30724"/>
            <a:ext cx="5257800" cy="314752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69691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09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shot_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88926"/>
            <a:ext cx="5257800" cy="2831123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1148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10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v1 · 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v2 · 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11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12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