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团队负责人：冯思涵（哈尔滨金融学院 · 商务英语）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714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入口在输入框左侧（不在卡片角落）：点「私下说」→ 选人 → 按钮变红显示名字，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上方出现「正在私下对 鲁迅 说话 —— 桌上其他人看不到」。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这条消息在对话流里带锁标记：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「私下说的 —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一个人，非科班，借助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商务英语专业 · 单人参赛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非计算机科班出身，独立完成：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讨论停滞时引入 supervisor 收尾总结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多人公开房间：每个用户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拥有自己的一份可见性视图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