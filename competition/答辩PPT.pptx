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6153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90087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105656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7765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既然讨论的价值在于分歧，那就先把分歧摆上桌。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门外谈是一张桌子：你把一个问题摆在桌上，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请几位古今思想者入席，看他们当场各执一词。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37754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01368"/>
            <a:ext cx="5074920" cy="385876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2020824"/>
            <a:ext cx="452628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769864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424469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437997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2" name="Picture 21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823883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1" name="Picture 10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543425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1" name="Picture 10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38150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1" name="Picture 10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31517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1" name="Picture 10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三、系统实现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956842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四、验证与效果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162806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1937416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6086537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80">
                <a:solidFill>
                  <a:srgbClr val="A3272C"/>
                </a:solidFill>
                <a:latin typeface="微软雅黑"/>
              </a:rPr>
              <a:t>15  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