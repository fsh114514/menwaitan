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移动与网络应用开发类赛项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作品形态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Web 应用 · 桌面端与移动端浏览器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595693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讨论往往没有产生分歧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36569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门外谈是一张有信息差的桌子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既然讨论的价值在于分歧，那就先把分歧摆上桌。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门外谈是一个网站，也是一张桌子：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055427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人设有立场，才谈得上反驳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04196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34 位人物，来自开源社区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60340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有次序，才有一句一句的交锋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1" name="Picture 20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39070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每个人的历史可以不一样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2560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一句话，只让他一个人听见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32339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被私下告知的人当众摊牌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5354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打太极时，系统强制换角度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46757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裁剪在服务端，前端拿不到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55776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稳定和数据安全，都在服务端兜住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49514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160">
                <a:solidFill>
                  <a:srgbClr val="A3272C"/>
                </a:solidFill>
                <a:latin typeface="微软雅黑"/>
              </a:rPr>
              <a:t>系统稳定性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67128"/>
            <a:ext cx="4951476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进程托管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2615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容器交给 systemd 管理，异常退出自动重启，不用人工守着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对外服务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13048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nginx 反代 + HTTPS，单端口映射，前端只走标准 80/443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9087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长连接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回复走 SSE 流式推送，中途断了重新发送即可，不丢历史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19656"/>
            <a:ext cx="49514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160">
                <a:solidFill>
                  <a:srgbClr val="A3272C"/>
                </a:solidFill>
                <a:latin typeface="微软雅黑"/>
              </a:rPr>
              <a:t>数据安全与隐私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4516" y="2167128"/>
            <a:ext cx="4951476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2350008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不收集身份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2642615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没有账号体系，不要姓名、手机号、邮箱——没有可泄漏的用户资料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520439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Key 不落库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3813048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自带的 API Key 只存在浏览器本地，服务端仅用于当次调用，不写库不写日志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4516" y="4690872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00">
                <a:solidFill>
                  <a:srgbClr val="17120D"/>
                </a:solidFill>
                <a:latin typeface="微软雅黑"/>
              </a:rPr>
              <a:t>悄悄话不进日志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4516" y="4983480"/>
            <a:ext cx="48600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带悄悄话的消息在日志里被替换为 [whisper — content not logged]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870448"/>
            <a:ext cx="50292" cy="32918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907024"/>
            <a:ext cx="102687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可见性在服务端裁剪历史，不可见的内容根本不进 prompt；悄悄话也不参与联网检索（T2 / T6 / T7 实测）。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314571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加了信息层，才吵得起来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3996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三处改动，都在改谁知道什么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6256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一张可以反复练习的桌子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120">
                <a:solidFill>
                  <a:srgbClr val="5A5147"/>
                </a:solidFill>
                <a:latin typeface="微软雅黑"/>
              </a:rPr>
              <a:t>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作品编号：375993　　参赛分类：移动与网络应用开发类赛项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