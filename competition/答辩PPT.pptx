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人格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46701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在什么问题上必然持什么立场：批判精神、国民性、文学救国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句式、修辞、结构、意象，逐条写成约束，而不是一句形容词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984248"/>
            <a:ext cx="5074920" cy="404164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185415"/>
            <a:ext cx="452628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611733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39112"/>
            <a:ext cx="50292" cy="14630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044952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452628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451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「选个位子，抛一个问题，看他们吵起来。」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303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—— 第一版的项目介绍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5541264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63270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2026-08-24 首次提交　·　v1 已做出：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圆桌　·　火候三档（随口 / 较真 / 上头）　·　人物志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人物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013528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39776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桌上的思想者不是我们凭空造的。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SKILL.md，但体例、文案、可用程度各不相同，彼此不知道对方存在。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本作品做的是把它们汇总、筛选、补齐、接入——统一中英文名与首字标记，补齐介绍与代表言论，标注每一份的上游仓库，并逐位调校到能在同一张桌上说话不跑题。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人物志里点开任何一位，都能顺着他找到原始出处。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84248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60">
                <a:solidFill>
                  <a:srgbClr val="9A9388"/>
                </a:solidFill>
                <a:latin typeface="微软雅黑"/>
              </a:rPr>
              <a:t>站内人格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313432"/>
            <a:ext cx="6053328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8465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9131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9796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0462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8465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9131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9796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0462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8465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9131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9796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0462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8465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9131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9796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0462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8465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9131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9796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0462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8465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9131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89796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0462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8465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9131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89796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523951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8389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95117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 · 这就是我们的答案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8412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人格写得多像是上一层；这里动的是下面一层——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每个人掌握了什么信息，以及谁被谁看见了。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10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