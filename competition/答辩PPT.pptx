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人格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46701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在什么问题上必然持什么立场：批判精神、国民性、文学救国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句式、修辞、结构、意象，逐条写成约束，而不是一句形容词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074920" cy="404164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85415"/>
            <a:ext cx="452628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611733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界面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434685" cy="538480"/>
          </a:xfrm>
          <a:prstGeom prst="rect">
            <a:avLst/>
          </a:prstGeom>
        </p:spPr>
      </p:pic>
      <p:pic>
        <p:nvPicPr>
          <p:cNvPr id="7" name="Picture 6" descr="01-首页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84248"/>
            <a:ext cx="5102352" cy="2818700"/>
          </a:xfrm>
          <a:prstGeom prst="rect">
            <a:avLst/>
          </a:prstGeom>
        </p:spPr>
      </p:pic>
      <p:pic>
        <p:nvPicPr>
          <p:cNvPr id="8" name="Picture 7" descr="02-人物志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84248"/>
            <a:ext cx="5102352" cy="2818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首页 · 大字刊名 + 描边「辩」字水印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人物志 · 34 位，点卡片入席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577840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纸墨红三色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纸 #F4EFE3 · 墨 #17120D · 红 #A3272C，以这三色为主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版头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3024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得意黑大字刊名（自托管）＋竖排小字，模拟报纸版头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3087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3087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双语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3087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全站中英一键切换，人物名与文案同步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上手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26686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选人入席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在「人物志」点卡片，或点左侧列表。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入席后卡片排到前面，可拖动调座位。</a:t>
            </a:r>
          </a:p>
        </p:txBody>
      </p:sp>
      <p:pic>
        <p:nvPicPr>
          <p:cNvPr id="10" name="Picture 9" descr="shot_02-人物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39"/>
            <a:ext cx="3273552" cy="204415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点卡片上的「入席」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003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抛一个议题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70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在输入框写下问题，回车或点「发言」。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回答会一个字一个字冒出来。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火候三档控制长短：随口 / 较真 / 上头。</a:t>
            </a:r>
          </a:p>
        </p:txBody>
      </p:sp>
      <p:pic>
        <p:nvPicPr>
          <p:cNvPr id="15" name="Picture 14" descr="shot_04-圆桌辩论-公开交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291839"/>
            <a:ext cx="3273552" cy="15781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5770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他们就在这儿交锋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私下说一句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点输入框左边的「私下说」，选一个人。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这句话只有他看得到。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下一轮，他往往会当众把这句带出来。</a:t>
            </a:r>
          </a:p>
        </p:txBody>
      </p:sp>
      <p:pic>
        <p:nvPicPr>
          <p:cNvPr id="20" name="Picture 19" descr="07-悄悄话入口与人选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291839"/>
            <a:ext cx="3273552" cy="1990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私聊对象只有你自己知道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852160"/>
            <a:ext cx="50292" cy="347472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888736"/>
            <a:ext cx="102687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没有第四步了——接下来就是看他们吵。你不用会提问，抛一句话就够。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4774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589756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 · 这就是我们的答案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人格写得多像是上一层；这里动的是下面一层——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每个人掌握了什么信息，以及谁被谁看见了。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5989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014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307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696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889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114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10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11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12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