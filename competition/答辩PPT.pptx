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89320" y="658368"/>
            <a:ext cx="5852160" cy="548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79806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7355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spc="80">
                <a:solidFill>
                  <a:srgbClr val="A3272C"/>
                </a:solidFill>
                <a:latin typeface="微软雅黑"/>
              </a:rPr>
              <a:t>一个让多位思想者同桌交锋的思辨工具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94176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6849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95935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3425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32511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0001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9087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6577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5663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315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42239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1688571" cy="10500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76148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500">
                <a:solidFill>
                  <a:srgbClr val="A3272C"/>
                </a:solidFill>
                <a:latin typeface="微软雅黑"/>
              </a:rPr>
              <a:t>CONTENT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237744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06440" y="148132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3368" y="1389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选题背景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59" y="151790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为什么做这个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99339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2267712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2176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作品设计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304288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它由什么构成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779776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3054096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96265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系统实现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59" y="3090672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怎么落地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3566160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6440" y="3840480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7490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验证与效果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59" y="3877056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改前改后差在哪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4352544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4626864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53542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创新与应用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59" y="4663440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新在哪、给谁用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5138928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541324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532180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在线体验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59" y="544982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现在就能打开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592531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一、选题背景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186153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一次小组讨论，通常是这样结束的：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说得最大声的那个人定了调，其余的人点头；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真正不同意的那个，从头到尾没开口。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55264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真正被讨论的，往往是最容易达成一致的那部分。</a:t>
            </a:r>
          </a:p>
          <a:p>
            <a:pPr algn="l">
              <a:lnSpc>
                <a:spcPct val="19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分歧最大的地方，从第一分钟起就被绕开了。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498848"/>
            <a:ext cx="50292" cy="42062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535424"/>
            <a:ext cx="4663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80">
                <a:solidFill>
                  <a:srgbClr val="A3272C"/>
                </a:solidFill>
                <a:latin typeface="微软雅黑"/>
              </a:rPr>
              <a:t>于是问题被绕过去了。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1" y="1819655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抢话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874519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谁先开口，谁就定了调子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660903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990087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935223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重复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990087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三个人说的是同一件事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3776472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9320" y="41056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1" y="4050792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沉默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105656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最该说话的人不开口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760720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讨论不是没进行，是没有产生分歧——而分歧恰恰是讨论唯一有价值的东西。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一、选题背景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3390221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56231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缺口一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38528" y="1801367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群聊没有结构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837943"/>
            <a:ext cx="6217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谁都能随时说话，等于谁都不必对一句话负责。</a:t>
            </a:r>
          </a:p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没有次序，就没有交锋。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43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99816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缺口二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8528" y="3044952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一对一 AI 只会顺着你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3081528"/>
            <a:ext cx="6217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问「我该不该放弃这个专业」，它先肯定你，再补充几个角度。</a:t>
            </a:r>
          </a:p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聊完，疑问还在原处。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08736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343400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缺口三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8528" y="4288536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缺少信息差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325112"/>
            <a:ext cx="6217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所有参与者掌握的信息一样多，就没有人比别人多知道一点什么。</a:t>
            </a:r>
          </a:p>
          <a:p>
            <a:pPr algn="l">
              <a:lnSpc>
                <a:spcPct val="175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没有信息差，就没有真正的分歧。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330952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669280"/>
            <a:ext cx="50292" cy="4754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705856"/>
            <a:ext cx="1026871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17120D"/>
                </a:solidFill>
                <a:latin typeface="微软雅黑"/>
              </a:rPr>
              <a:t>三个缺口指向同一件事：谁掌握了什么信息，从来没人管。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一、选题背景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187765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7548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门外谈是一张桌子。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你把一个问题摆在桌上，请几位古今思想者入席，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看他们当场各执一词。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他们看得见彼此说过的话，也可以被单独告知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一些别人不知道的事。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837943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27064" y="2002536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A3272C"/>
                </a:solidFill>
                <a:latin typeface="宋体"/>
              </a:rPr>
              <a:t>信息层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7064" y="2441448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A3272C"/>
                </a:solidFill>
                <a:latin typeface="微软雅黑"/>
              </a:rPr>
              <a:t>谁被谁看见了　·　本届新增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2880359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7064" y="3044951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圆桌层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3483863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多位思想者轮流发言，后说的人看得到前文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3922775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4087367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人格层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4526279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34 位蒸馏人格，各自带着自己的立场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511149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红色这一层，是本届新做的部分。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828032"/>
            <a:ext cx="50292" cy="10058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864608"/>
            <a:ext cx="4572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人格决定他们想什么，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圆桌决定他们怎么说话，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信息层决定他们会不会吵起来。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137754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19656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一般做法是给模型一句人设：「你是鲁迅，说话犀利」。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模型于是变得犀利——但那是你要的犀利，不是鲁迅的。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蒸馏人格是另一回事：把一个人拆成可执行的几节。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84448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356616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核心身份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67712" y="356616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他是谁。第一人称发言，明确不是替你写作的工具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3308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4114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思想根基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411480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在什么问题上必然持什么立场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8172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46634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语言特征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7712" y="466344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句式、修辞、结构、意象，逐条写成约束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3036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52120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语录库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7712" y="5212079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收他的原话，用来校准语气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797296"/>
            <a:ext cx="50292" cy="36576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6" y="5833872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所以他不顺着你说话——因为他本来就有立场。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801368"/>
            <a:ext cx="5074920" cy="385876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2020824"/>
            <a:ext cx="452628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name: luxun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 鲁迅 · 人物志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你就是鲁迅本人，不是任何人的视角替身，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更不是写作工具。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## 思想根基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批判精神 · 国民性分析 · 文学救国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## 写作风格指南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语言特征 · 修辞技法 · 结构模式 · 意象体系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769864"/>
            <a:ext cx="5074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鲁迅那份 SKILL.md 的真实开头 · 站内 34 份、合计约 40 万字节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424469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19656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桌上的人物不是我们凭空造的。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本作品做的是把它们汇总、筛选、补齐、接入——统一中英文名与首字标记，标注每一份的上游仓库，并逐位调校到能在同一张桌上说话不跑题。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站内没有的人物，用户可以在「创意工坊」粘贴仓库地址实时导入。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1764792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40">
                <a:solidFill>
                  <a:srgbClr val="9A9388"/>
                </a:solidFill>
                <a:latin typeface="微软雅黑"/>
              </a:rPr>
              <a:t>站内人物 34 位（3 位内置 + 31 位开源社区导入）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2057400"/>
            <a:ext cx="629107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134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91348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49563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柏拉图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7777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孔子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马克思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134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91348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9563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7777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134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91348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9563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7777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134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1348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9563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07777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3134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91348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49563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7777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3134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91348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49563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07777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3134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91348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9563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4928616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3437997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1837943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轮流发言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874519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每位依次开口，后说的人能看到前面说了什么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70632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3584" y="2734056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座次可调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77063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拖动卡片调整发言顺序，手机上长按拖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66744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3584" y="3630168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人数定形式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666744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1 位＝单人对谈，2 位以上＝圆桌辩论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628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3584" y="4526280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火候三档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62856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随口 / 较真 / 上头，控制回答长短，气氛上来自动升级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541264"/>
            <a:ext cx="50292" cy="45720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577840"/>
            <a:ext cx="4937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次序解决的是「谁能说」，还没解决「为什么吵」。</a:t>
            </a:r>
          </a:p>
        </p:txBody>
      </p:sp>
      <p:pic>
        <p:nvPicPr>
          <p:cNvPr id="22" name="Picture 21" descr="v4shot_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031" y="1837943"/>
            <a:ext cx="5394960" cy="260092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71031" y="4530309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真实圆桌对话 · 三位已入席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823883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1" name="Picture 10" descr="v4shot_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70379"/>
            <a:ext cx="5257800" cy="26110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07283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543425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1" name="Picture 10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077586"/>
            <a:ext cx="5257800" cy="31966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3656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点开「私下说」→ 选人 → 按钮变红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5381500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1" name="Picture 10" descr="v4shot_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102124"/>
            <a:ext cx="5257800" cy="31475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341091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二、作品设计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315170" cy="336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1" name="Picture 10" descr="v4shot_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260326"/>
            <a:ext cx="5257800" cy="283112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192" y="518288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三、系统实现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3956842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92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9" name="Rectangle 8"/>
          <p:cNvSpPr/>
          <p:nvPr/>
        </p:nvSpPr>
        <p:spPr>
          <a:xfrm>
            <a:off x="1901952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9968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7979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25995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5786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1952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29968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97979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5995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644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1952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29968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99304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7320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6656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4672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9502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1952" y="3822191"/>
            <a:ext cx="9464040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48256" y="3950207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6360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01952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29968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97979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5995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321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29968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97979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25995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05332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四、验证与效果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4162806" cy="3634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67128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828800"/>
            <a:ext cx="10972" cy="356616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67128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1389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212080"/>
            <a:ext cx="10543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项机制测试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T1–T9 逐项实测，全部通过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7304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1080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处泄漏已修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31080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悄悄话串进检索、写入日志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1647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5423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个关键回归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5423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摊牌真的触发，不是摆样子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五、创新与应用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1937416" cy="3634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1892807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856231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机制创新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810511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把「信息差」做成可操作的三步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221991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可见性 → 悄悄话 → 点名对质。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不是让角色更凶，而是改变谁知道什么。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209544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172968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交互创新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12724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用户从提问者变成信息分配者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538727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一次私下告知，就能改变整场讨论的走向。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用户做的事情，从「问问题」变成「决定谁掌握什么」。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26280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489704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工程创新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4443984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信息裁剪在服务端完成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4855464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按接收者裁剪上下文，不可见的内容根本不进 prompt；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悄悄话不写日志、不参与联网检索。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88736"/>
            <a:ext cx="105430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9388"/>
                </a:solidFill>
                <a:latin typeface="微软雅黑"/>
              </a:rPr>
              <a:t>三点合起来回答一个问题：为什么这些角色能吵起来，而不是互相附和。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30352"/>
            <a:ext cx="68580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457200"/>
            <a:ext cx="566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60">
                <a:solidFill>
                  <a:srgbClr val="A3272C"/>
                </a:solidFill>
                <a:latin typeface="微软雅黑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457200"/>
            <a:ext cx="6949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180">
                <a:solidFill>
                  <a:srgbClr val="A3272C"/>
                </a:solidFill>
                <a:latin typeface="微软雅黑"/>
              </a:rPr>
              <a:t>五、创新与应用</a:t>
            </a:r>
          </a:p>
        </p:txBody>
      </p:sp>
      <p:pic>
        <p:nvPicPr>
          <p:cNvPr id="7" name="Picture 6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786384"/>
            <a:ext cx="6086537" cy="3634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课堂小组研讨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发言有次序，观点有记录。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老师能看见谁在什么时候改变了立场。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1247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1247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英语辩论与口语训练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1247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立场由人格给定，不靠临场想。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可以先私下「通气」，练接招。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4047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1791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1791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议题讨论与写作构思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1791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先把分歧摆出来，再决定自己站哪边。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比一上来就找论据更接近真实思考。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70832"/>
            <a:ext cx="50292" cy="9326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4407408"/>
            <a:ext cx="1026871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为什么这些场景成立：门外谈不是一个聊天玩具，是一张有规则的桌子。</a:t>
            </a:r>
          </a:p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规则固定下来，才能反复练习；反复练习，才谈得上训练。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80">
                <a:solidFill>
                  <a:srgbClr val="A3272C"/>
                </a:solidFill>
                <a:latin typeface="微软雅黑"/>
              </a:rPr>
              <a:t>15  六、在线体验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548642" cy="8346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283464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6766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outgate.chat　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325880"/>
            <a:ext cx="192024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235440" y="3346704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pic>
        <p:nvPicPr>
          <p:cNvPr id="11" name="Picture 10" descr="d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870448"/>
            <a:ext cx="1408419" cy="4038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