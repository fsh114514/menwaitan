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37960" y="621792"/>
            <a:ext cx="5212080" cy="5577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98448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83464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64992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73989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123944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507992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01183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892040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85231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02 · 人格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46701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一般做法是给模型一句人设：「你是鲁迅，说话犀利」。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模型于是变得犀利——但那是你要的犀利，不是鲁迅的。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蒸馏人格是另一回事：把一个人拆成可执行的几节。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84448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356616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核心身份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56616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他是谁。第一人称发言，明确不是替你写作的工具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" y="4114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思想根基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411480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在什么问题上必然持什么立场：批判精神、国民性、文学救国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8172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46634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语言特征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66344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句式、修辞、结构、意象，逐条写成约束，而不是一句形容词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3036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52120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语录库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5212079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收他的原话，用来校准语气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797296"/>
            <a:ext cx="50292" cy="36576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833872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所以他不顺着你说话——因为他本来就有立场。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984248"/>
            <a:ext cx="5074920" cy="404164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185415"/>
            <a:ext cx="452628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name: luxun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 鲁迅 · 人物志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你就是鲁迅本人，不是任何人的视角替身，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更不是写作工具。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思想根基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批判精神 · 国民性分析 · 文学救国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写作风格指南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语言特征 · 修辞技法 · 结构模式 · 意象体系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611733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鲁迅那份 SKILL.md 的真实开头 · 站内 34 份、合计约 40 万字节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人物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6013528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39776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桌上的思想者不是我们凭空造的。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SKILL.md，但体例、文案、可用程度各不相同，彼此不知道对方存在。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本作品做的是把它们汇总、筛选、补齐、接入——统一中英文名与首字标记，补齐介绍与代表言论，标注每一份的上游仓库，并逐位调校到能在同一张桌上说话不跑题。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人物志里点开任何一位，都能顺着他找到原始出处。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84248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60">
                <a:solidFill>
                  <a:srgbClr val="9A9388"/>
                </a:solidFill>
                <a:latin typeface="微软雅黑"/>
              </a:rPr>
              <a:t>站内人格 34 位（3 位内置 + 31 位开源社区导入）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2313432"/>
            <a:ext cx="6053328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8465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9131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9796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柏拉图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0462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孔子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马克思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8465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9131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9796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0462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8465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79131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9796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0462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8465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9131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9796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0462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8465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79131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89796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0462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8465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79131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89796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0462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57800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8465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79131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89796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7800" y="523951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04 · 界面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189262" cy="538480"/>
          </a:xfrm>
          <a:prstGeom prst="rect">
            <a:avLst/>
          </a:prstGeom>
        </p:spPr>
      </p:pic>
      <p:pic>
        <p:nvPicPr>
          <p:cNvPr id="7" name="Picture 6" descr="01-首页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84248"/>
            <a:ext cx="5102352" cy="2818700"/>
          </a:xfrm>
          <a:prstGeom prst="rect">
            <a:avLst/>
          </a:prstGeom>
        </p:spPr>
      </p:pic>
      <p:pic>
        <p:nvPicPr>
          <p:cNvPr id="8" name="Picture 7" descr="02-人物志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84248"/>
            <a:ext cx="5102352" cy="28187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894388"/>
            <a:ext cx="51023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首页 · 大字刊名 + 描边「辩」字水印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894388"/>
            <a:ext cx="51023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人物志 · 34 位，点卡片入席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577840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687568"/>
            <a:ext cx="91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17120D"/>
                </a:solidFill>
                <a:latin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6928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20">
                <a:solidFill>
                  <a:srgbClr val="A3272C"/>
                </a:solidFill>
                <a:latin typeface="微软雅黑"/>
              </a:rPr>
              <a:t>纸墨红三色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25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147"/>
                </a:solidFill>
                <a:latin typeface="微软雅黑"/>
              </a:rPr>
              <a:t>纸 #F4EFE3 · 墨 #17120D · 红 #A3272C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5687568"/>
            <a:ext cx="91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17120D"/>
                </a:solidFill>
                <a:latin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566928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20">
                <a:solidFill>
                  <a:srgbClr val="A3272C"/>
                </a:solidFill>
                <a:latin typeface="微软雅黑"/>
              </a:rPr>
              <a:t>版头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3024" y="5925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147"/>
                </a:solidFill>
                <a:latin typeface="微软雅黑"/>
              </a:rPr>
              <a:t>得意黑大字刊名（自托管）＋竖排小字，模拟报纸版头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43087" y="5687568"/>
            <a:ext cx="91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17120D"/>
                </a:solidFill>
                <a:latin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3087" y="566928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20">
                <a:solidFill>
                  <a:srgbClr val="A3272C"/>
                </a:solidFill>
                <a:latin typeface="微软雅黑"/>
              </a:rPr>
              <a:t>双语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43087" y="5925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147"/>
                </a:solidFill>
                <a:latin typeface="微软雅黑"/>
              </a:rPr>
              <a:t>全站中英一键切换，人物名与文案同步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上手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266869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84248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5296" y="1965960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选人入席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41448"/>
            <a:ext cx="32735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在「人物志」点卡片，或点左侧列表。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1 位＝单人对谈，2 位以上＝圆桌。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入席后卡片排到前面，可拖动调座位。</a:t>
            </a:r>
          </a:p>
        </p:txBody>
      </p:sp>
      <p:pic>
        <p:nvPicPr>
          <p:cNvPr id="10" name="Picture 9" descr="shot_02-人物志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91839"/>
            <a:ext cx="3273552" cy="204415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440680"/>
            <a:ext cx="32735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点卡片上的「入席」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7700" y="1984248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0036" y="1965960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抛一个议题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700" y="2441448"/>
            <a:ext cx="32735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在输入框写下问题，回车或点「发言」。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回答会一个字一个字冒出来。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火候三档控制长短：随口 / 较真 / 上头。</a:t>
            </a:r>
          </a:p>
        </p:txBody>
      </p:sp>
      <p:pic>
        <p:nvPicPr>
          <p:cNvPr id="15" name="Picture 14" descr="shot_04-圆桌辩论-公开交锋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3291839"/>
            <a:ext cx="3273552" cy="15781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57700" y="5440680"/>
            <a:ext cx="32735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他们就在这儿交锋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1984248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1965960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私下说一句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441448"/>
            <a:ext cx="32735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点输入框左边的「私下说」，选一个人。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这句话只有他看得到。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下一轮，他往往会当众把这句带出来。</a:t>
            </a:r>
          </a:p>
        </p:txBody>
      </p:sp>
      <p:pic>
        <p:nvPicPr>
          <p:cNvPr id="20" name="Picture 19" descr="07-悄悄话入口与人选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3291839"/>
            <a:ext cx="3273552" cy="19902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92440" y="5440680"/>
            <a:ext cx="32735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私聊对象只有你自己知道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852160"/>
            <a:ext cx="50292" cy="347472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888736"/>
            <a:ext cx="1026871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没有第四步了——接下来就是看他们吵。你不用会提问，抛一句话就够。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起点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1997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50749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最初只是想找个能真正交流的 AI。问「我该不该放弃这个专业」，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回答是「这取决于你的兴趣和目标」——聊完，疑问还在原处。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后来在 GitHub 上看到，有人把名人整理成可对话的人格包。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接进去才发现：这些角色并不好说话。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但一次只能跟一个人，本质上还是我问、他答。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我更好奇的是他们彼此之间的分歧——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把鲁迅和乔布斯放在一起，立场几乎不可能调和。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于是做了圆桌：几位依次发言，后说的人能看到前面说了什么。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2039112"/>
            <a:ext cx="50292" cy="14630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11226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「凭什么认为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退学是一条路。」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3044952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问鲁迅该不该退学，他没有分析利弊，而是反问。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这种被追问的感觉，比被安慰更有用。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4526280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45152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「选个位子，抛一个问题，看他们吵起来。」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523036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—— 第一版的项目介绍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5541264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5632704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2026-08-24 首次提交　·　v1 已做出：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圆桌　·　火候三档（随口 / 较真 / 上头）　·　人物志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问题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931522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57400"/>
            <a:ext cx="51389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圆桌跑起来之后，有一件事很扫兴：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前面的人说了什么，后面的人就顺着说。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几轮之后气氛融洽——和最初那种「你的想法很有道理」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并没有本质区别。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858768"/>
            <a:ext cx="50292" cy="4754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3913632"/>
            <a:ext cx="4937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微软雅黑"/>
              </a:rPr>
              <a:t>原因：他们掌握的信息完全相同。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773168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84632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「我同意鲁迅的观点。」</a:t>
            </a:r>
          </a:p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——立场最互斥的两人，第一轮就合流。</a:t>
            </a:r>
          </a:p>
        </p:txBody>
      </p:sp>
      <p:pic>
        <p:nvPicPr>
          <p:cNvPr id="12" name="Picture 11" descr="shot_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020824"/>
            <a:ext cx="5138928" cy="24774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99632" y="4589756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v1 实测截图 · 加了「别和稀泥」也没用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786384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一句话 · 这就是我们的答案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133856"/>
            <a:ext cx="4986824" cy="15615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3310128"/>
            <a:ext cx="96926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>
                <a:solidFill>
                  <a:srgbClr val="A3272C"/>
                </a:solidFill>
                <a:latin typeface="宋体"/>
              </a:rPr>
              <a:t>——给 AI 圆桌加一层「谁被谁看见了」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041648"/>
            <a:ext cx="310896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370832"/>
            <a:ext cx="8778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上一页那句「原因」就是全部线索：他们掌握的信息完全相同，所以只能顺着说。</a:t>
            </a:r>
          </a:p>
          <a:p>
            <a:pPr algn="l">
              <a:lnSpc>
                <a:spcPct val="180000"/>
              </a:lnSpc>
            </a:pPr>
            <a:r>
              <a:rPr sz="1450" b="0">
                <a:solidFill>
                  <a:srgbClr val="5A5147"/>
                </a:solidFill>
                <a:latin typeface="微软雅黑"/>
              </a:rPr>
              <a:t>那就让每个人的信息不再相同——可见性怎么分，就决定了他们还吵不吵得起来。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08 · 结构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807212" cy="538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可见性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发言可以只让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某一位看到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791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4096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悄悄话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私下对一个人说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其他人不知道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3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点名对质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7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被私下告知的人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当众点名对方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77455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59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新颖度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估算这一轮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说出了多少新东西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62287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8591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1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主持人收尾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1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仍无新意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由主持人拆穿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1911095"/>
            <a:ext cx="5980175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 spc="120">
                <a:solidFill>
                  <a:srgbClr val="A3272C"/>
                </a:solidFill>
                <a:latin typeface="微软雅黑"/>
              </a:rPr>
              <a:t>解决第 7 页的原因：信息完全相同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77455" y="1911095"/>
            <a:ext cx="389534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1" spc="120">
                <a:solidFill>
                  <a:srgbClr val="9A9388"/>
                </a:solidFill>
                <a:latin typeface="微软雅黑"/>
              </a:rPr>
              <a:t>解决另一个问题：讨论空转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041648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前三个构成信息层；后两个负责判断要不要介入、怎么介入。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49884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700016"/>
            <a:ext cx="105430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400" b="0">
                <a:solidFill>
                  <a:srgbClr val="17120D"/>
                </a:solidFill>
                <a:latin typeface="微软雅黑"/>
              </a:rPr>
              <a:t>它们不是五个功能点，是一条链：私下说 → 当众摊牌 → 被点名者接火 → 若开始打太极就强制反对 → 仍无新意则由主持人收尾。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机制 ①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789106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0" name="Picture 9" descr="shot_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598979"/>
            <a:ext cx="5257800" cy="26110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30143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机制 ②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507388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0" name="Picture 9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06186"/>
            <a:ext cx="5257800" cy="319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942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入口与人选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机制 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08805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0" name="Picture 9" descr="shot_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30724"/>
            <a:ext cx="5257800" cy="31475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69691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机制 ④⑤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325114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0" name="Picture 9" descr="shot_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88926"/>
            <a:ext cx="5257800" cy="28311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1148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10 · 效果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582847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011679"/>
            <a:ext cx="10972" cy="37033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68296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875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11 · 架构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17329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7510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7979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995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88336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7979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5995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0156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1952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9304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320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6656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4672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79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1952" y="3986783"/>
            <a:ext cx="9464040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8256" y="4123944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82803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97979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5995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54126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1952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29968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7979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5995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1447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之前按可见性裁剪历史，消息不会进入不可见者的上下文。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12 · 边界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4029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84248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这些不打算藏——评委自己发现，反而更难看。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70662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新颖度是个近似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706624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用字符 2-gram 重叠率估算「说了多少新东西」。它不理解语义：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用新词讲旧观点会被判成新的，反过来也会误判。便宜、即时，但不准。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85615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76732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主持人收尾看模型脸色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767328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第五个机制完全靠提示词约束模型。模型状态不好时，收尾会退化成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一次平庸的总结，而不是拆穿。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82803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悄悄话一次只能对一个人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4828032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同时告知多人、形成临时小圈子，还没做。这是下一步最想要的能力。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96188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71616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《测试说明》里逐条记录了这些边界，连同触发条件。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在线体验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5800" b="1" spc="100">
                <a:solidFill>
                  <a:srgbClr val="17120D"/>
                </a:solidFill>
                <a:latin typeface="微软雅黑"/>
              </a:rPr>
              <a:t>outgate.chat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现在就可以打开。免费、无需注册，手机上也能用。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417320"/>
            <a:ext cx="2148840" cy="2148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006840" y="3675887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